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数据库智能平台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客户方案简介 · 已实现能力与差异化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统一纳管 · Oracle 深度监控 · SQL 治理 · 自动化巡检（CheckV8）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平台元数据：Oracle ｜ 监控：直连采集 + 周期持久化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DIOps 项目交付说明稿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定位：数据库一站式治理，而非“泛 IT 监控”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围绕数据库实例与 DBA 日常工作：资产、监控、告警、SQL、会话与锁、巡检与报告。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与常见“主机/中间件大屏”不同：指标与库内事实（表空间、等待、Top SQL、AWR 等）在同一产品内联动。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后端已落地：Oracle / MySQL / PostgreSQL 监控采集与 Oracle 专项能力（以实际纳管环境为准）。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已实现功能地图（与系统菜单一致）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仪表盘：总览与关键入口。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监控中心：实例列表、单实例详情；采集调度观测。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告警中心：列表与统计、确认/解决、告警规则维护。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资产管理：实例维护、多 Sheet Excel 模板批量导入。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自动化：Oracle CheckV8 巡检、Excel 批次、Word 报告 ZIP、报告 JSON 历史。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 优化：慢 SQL、执行计划、规则/AI 建议、手动采集入库；报表与用户权限、JWT 登录。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监控中心：深度与闭环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总览与实例列表；详情：基本信息、实时性能、历史趋势、表空间、Top SQL、等待、锁（Oracle）。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会话与 Oracle Kill 会话（权限与审计依平台策略）。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Oracle：AWR 快照等接口支撑深度排障。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后端定时采集写入样本表，“采集调度”页可观测周期与最近样本。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告警中心：从“看见”到“处理”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告警查询与统计；单条确认、解决，形成处置闭环。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告警规则：创建与编辑，支撑阈值类治理。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与纯通知工具差异：告警与纳管实例、监控详情同源，定位更快。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资产管理：快速纳管与批量导入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实例增删改查；主机列表与统计支撑资产视图。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Excel 多 Sheet 模板：Oracle / MySQL / PostgreSQL / 其他，一次上传批量入库。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适合批量接管存量库、对齐运维台账，减少逐条录入。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自动化：Oracle CheckV8 深度巡检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检查项在平台内直连被管库执行，结果写入平台 Oracle。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单实例、手动批次、Excel 建批次；Word 报告 ZIP 下载；JSON 详情便于复核。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相对“只跑主机脚本”的平台：突出字典视图级数据库巡检与可交付报告。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智能优化（已实现链路）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慢 SQL 列表与手动采集，将问题收敛到平台。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执行计划分析 + 规则引擎 + AI 优化建议。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对比仅展示慢日志：在同一界面完成计划解读与优化建议闭环。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安全、技术与下一步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用户管理、启用/禁用、管理员重置密码；操作审计日志查询。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连接凭据等敏感数据按设计加密存储（以部署规范为准）。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API、/health 健康检查；README 提供 Prometheus oracle_exporter 对接示例。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下一步：PoC 范围（实例数、版本、账号权限）；与 ITSM/Prometheus 集成；导出物合规要求。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谢谢聆听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欢迎交流演示环境、纳管清单与安全测评项。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数据库智能平台 — 客户方案简介</dc:title>
  <dc:subject>已实现能力与客户价值</dc:subject>
  <dc:creator>DIOps</dc:creator>
  <cp:lastModifiedBy>DIOps</cp:lastModifiedBy>
  <cp:revision>1</cp:revision>
  <dcterms:created xsi:type="dcterms:W3CDTF">2026-04-11T13:41:42Z</dcterms:created>
  <dcterms:modified xsi:type="dcterms:W3CDTF">2026-04-11T13:41:42Z</dcterms:modified>
</cp:coreProperties>
</file>